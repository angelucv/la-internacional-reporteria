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600">
                <a:solidFill>
                  <a:srgbClr val="1B3A5C"/>
                </a:solidFill>
              </a:defRPr>
            </a:pPr>
            <a:r>
              <a:t>Evaluación de gestión, hallazgos y controles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Mercadeo (MKT)</a:t>
            </a:r>
            <a:br/>
            <a:r>
              <a:t>Plan de Optimización y Rentabilidad 2026</a:t>
            </a:r>
            <a:br/>
            <a:r>
              <a:t>Semana 1 (14–18 abr. 2026)</a:t>
            </a:r>
            <a:br/>
            <a:r>
              <a:t>REP-POR-MKT-Semana01-2026-BORRADOR</a:t>
            </a:r>
            <a:br/>
            <a:br/>
            <a:r>
              <a:t>Clasificación: Confidencial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Responsables (Solicitud): Daniela Montes (Líder)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Objetivo y aspectos generales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Aunque varios requerimientos detallados de la Solicitud para Mercadeo están calendarizados en Semana 2 en adelante, en la oleada 1 esta mesa debe: (a) fijar contraparte y calendario interno; (b) alinear con Finanzas y Tecnología los entregables de Semana 1 que impactan canales y Fibex (estructura y registro de comisiones Fibex, base Fibex / canal en bloque tecnológico 1–2); (c) preparar el terreno para presupuesto ejecutado 2025, ROI de campañas, presencia digital y red de clínicas (Semanas 2–3).  ---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Pendiente de minutas de mesa mercadeo / comercialización.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Objetivo estratégico del plan: crecimiento y rentabilidad comercial coherente con posicionamiento hacia #2 del mercado.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(Notas reunión inicial.)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Hallazgos (borrador)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0005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Hallazgo (borrador)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Riesgo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Coordinación Fibex / comisiones (con FIN y TEC)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Disponibilidad de datos para presupuesto mercadeo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Mayormente Semana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Brechas de información para encuestas / NPS (Semana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Mapeo inicial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Perspectiva y marco documental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Perspectiva (siguiente oleada):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Presupuesto mercadeo 2025 ejecutado; ROI campañas; presencia digital.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Red de clínicas afiliadas; ranking denuncias Defensoría (con Cumplimiento/Servicio).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Mantener sincronía con portal asegurado/corredor (acceso Semana 2 según Solicitud §8).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Ámbitos de la solicitud (recorte):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Integrar con MIN-POR-MKT-….*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