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>
                <a:solidFill>
                  <a:srgbClr val="1B3A5C"/>
                </a:solidFill>
              </a:defRPr>
            </a:pPr>
            <a:r>
              <a:t>Evaluación de gestión, hallazgos y controles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Legal (LEG) — ámbito jurídico y contractual</a:t>
            </a:r>
            <a:br/>
            <a:r>
              <a:t>Plan de Optimización y Rentabilidad 2026</a:t>
            </a:r>
            <a:br/>
            <a:r>
              <a:t>Semana 1 (14–18 abr. 2026)</a:t>
            </a:r>
            <a:br/>
            <a:r>
              <a:t>REP-POR-LEG-Semana01-2026-BORRADOR</a:t>
            </a:r>
            <a:br/>
            <a:br/>
            <a:r>
              <a:t>Clasificación: Confidencial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Responsables (Solicitud): José Luis Velázquez (Líder Legal); coordinación con Cumplimiento en temas LC/FT (ver archivo REP-POR-CUM-…).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Objetivo y aspectos generales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Visibilizar el marco jurídico y contractual prioritario de la oleada 1: documentación corporativa (libros de asamblea, junta directiva, accionistas), comunicación reciente con SUDEASEG y revisión legal de contratos de reaseguro (incl. cláusulas change of control). Contribuir a la Diligencia de Valor sin sustituir auditoría ni fiscalización.  ---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Pendiente de minutas mesa legal / comité de seguimiento.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Alinear con Mesa Actuarial / Reaseguro en contratos cedentes.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(Notas reunión inicial.)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Hallazgos (borrador)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7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Hallazgo (borrador)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Riesgo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Libros obligatorios y titularidad accionaria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Expediente / comunicaciones SUDEASEG (multas, observaciones, requerimientos)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47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Revisión legal contratos de reaseguro (nacionales y extranjeros)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Pendiente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384051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Contratos arrendamiento / marcas (si aplica en cierre oleada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Oleada 2 en Solicitud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Perspectiva y marco documental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Perspectiva (siguiente oleada):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Actas de comités2025 y Q1 2026.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Condicionados de pólizas; contratos con intermediarios; pasivos litigiosos; contratos proveedores críticos.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Coordinación con Cumplimiento en aspectos regulatorios transversales.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Ámbitos de la solicitud (recorte):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Libros obligatorios (Asamblea, Junta Directiva, Accionistas).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Expediente ante SUDEASEG (comunicaciones recientes).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Revisión legal de contratos de reaseguro.</a:t>
            </a:r>
          </a:p>
          <a:p>
            <a:pPr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• Integrar con MIN-POR-LEG-… cuando existan.*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