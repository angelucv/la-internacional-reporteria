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600">
                <a:solidFill>
                  <a:srgbClr val="1B3A5C"/>
                </a:solidFill>
              </a:defRPr>
            </a:pPr>
            <a:r>
              <a:t>Evaluación de gestión, hallazgos y controles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Cumplimiento (CUM)</a:t>
            </a:r>
            <a:br/>
            <a:r>
              <a:t>Plan de Optimización y Rentabilidad 2026</a:t>
            </a:r>
            <a:br/>
            <a:r>
              <a:t>Semana 1 (14–18 abr. 2026)</a:t>
            </a:r>
            <a:br/>
            <a:r>
              <a:t>REP-POR-CUM-Semana01-2026-BORRADOR</a:t>
            </a:r>
            <a:br/>
            <a:br/>
            <a:r>
              <a:t>Clasificación: Confidencial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Responsables (Solicitud): Adriana Torres (Cumplimiento), Gustavo Chacón; articulación con Líder Legal.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1B3A5C"/>
                </a:solidFill>
              </a:defRPr>
            </a:pPr>
            <a:r>
              <a:t>Objetivo y aspectos generales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Fortalecer la lectura de riesgos regulatorios y de cumplimiento en la primera oleada: manual LC/FT/FPADM, designación del oficial de cumplimiento y reportes a junta, solvencias parafiscales, historial de sanciones, y coherencia con el expediente SUDEASEG (complemento del archivo legal).  ---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Pendiente de minutas específicas de cumplimiento / mesa unificada legal-cumplimiento.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(Notas reunión inicial.)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</a:defRPr>
            </a:pPr>
            <a:r>
              <a:t>Hallazgos (borrador)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7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Hallazgo (borrador)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Riesgo</a:t>
                      </a:r>
                    </a:p>
                  </a:txBody>
                  <a:tcPr/>
                </a:tc>
              </a:tr>
              <a:tr h="38404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Manual LC/FT/FPADM actualizado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Pendiente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8404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Designación oficial de cumplimiento y reportes a JD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Pendiente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8404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Solvencias parafiscales (IVSS, FAOV, INCES, municipal, MINPPTRASS)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Pendiente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8405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Historial de sanciones / procedimientos administrativos (5 años)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Pendiente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1B3A5C"/>
                </a:solidFill>
              </a:defRPr>
            </a:pPr>
            <a:r>
              <a:t>Perspectiva y marco documental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Perspectiva (siguiente oleada):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Auditoría externa sobre prevención / KYC.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Alineación comisiones vs. arancel; bonos intermediarios; gastos publicitarios aprobados SUDEASEG.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Ranking denuncias Defensoría (vínculo con Mercadeo/Servicio donde aplique).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Ámbitos de la solicitud (recorte):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Manual de cumplimiento LC/FT/FPADM.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Oficial de cumplimiento: designación y reportes de gestión ante Junta Directiva.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Solvencias parafiscales.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Historial de sanciones (últimos 5 años).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Integrar con MIN-POR-CUM-… o actas conjuntas legal-cumplimiento.*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