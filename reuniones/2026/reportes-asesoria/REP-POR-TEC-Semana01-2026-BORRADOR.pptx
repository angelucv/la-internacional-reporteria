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>
                <a:solidFill>
                  <a:srgbClr val="1B3A5C"/>
                </a:solidFill>
              </a:defRPr>
            </a:pPr>
            <a:r>
              <a:t>Evaluación de gestión, hallazgos y controles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Tecnología (TEC)</a:t>
            </a:r>
            <a:br/>
            <a:r>
              <a:t>Plan de Optimización y Rentabilidad 2026</a:t>
            </a:r>
            <a:br/>
            <a:r>
              <a:t>Semana 1 (14–18 abr. 2026) — varios ítems Semana 1–2</a:t>
            </a:r>
            <a:br/>
            <a:r>
              <a:t>REP-POR-TEC-Semana01-2026-BORRADOR</a:t>
            </a:r>
            <a:br/>
            <a:br/>
            <a:r>
              <a:t>Clasificación: Confidencial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Responsables (Solicitud): Pedro Martínez (Líder), Fidel Pérez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Objetivo y aspectos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Caracterizar infraestructura, plataformas core / CRM, canal Fibex y seguros embebidos y equipo y presupuesto TI, en el marco de la primera oleada. Priorizar accesos de consulta (CORE, CRM/Randy, contabilidad, SEFA) según Sección 8 de la Solicitud, sin interferir en la operación y respetando políticas de seguridad de La Internacional.  ---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Pendiente de minutas mesa tecnología.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Nota en Solicitud: detalle completo puede presentarse en anexo; este borrador sigue el resumen ejecutivo.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(Notas reunión inicial.)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Hallazgos (borrador)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3379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Hallazgo (borrador)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Riesgo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Inventario servidores y red (inicio 1–2)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CRM / Core — documentación, APIs, roadmap (1–2)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Fibex: base suscriptores, billing, cross-selling (1–2)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Equipo y presupuesto TI (1–2)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7338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Gestión de accesos lectura CORE / CRM / contable / SEFA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Perspectiva y marco documental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Perspectiva (siguiente oleada):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Sistemas complementarios; madurez digital; mapa de procesos core (inicio 2–3).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Gobierno de datos / BI; seguridad y continuidad (2–3).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Portal asegurado/corredor (demo) según §8.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Ámbitos de la solicitud (recorte):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Inventario de servidores y red (1–2).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CRM / Core de seguros: documentación funcional y técnica, APIs, modelo de datos, roadmap (1–2).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Canal Fibex y seguros embebidos: base, penetración, billing (1–2).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Equipo y presupuesto TI (1–2).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Accesos Semana 1: CORE, CRM, contable, SEFA (según matriz §8).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Integrar con MIN-POR-TEC-….*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