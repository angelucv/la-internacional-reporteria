
<file path=[Content_Types].xml><?xml version="1.0" encoding="utf-8"?>
<Types xmlns="http://schemas.openxmlformats.org/package/2006/content-types">
  <Default Extension="web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1" r:id="rId4"/>
    <p:sldId id="264" r:id="rId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DFD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67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2" y="4406900"/>
            <a:ext cx="10910887" cy="1917700"/>
          </a:xfrm>
        </p:spPr>
        <p:txBody>
          <a:bodyPr>
            <a:normAutofit fontScale="90000"/>
          </a:bodyPr>
          <a:lstStyle/>
          <a:p>
            <a:r>
              <a:rPr lang="es-MX" cap="none" dirty="0" smtClean="0"/>
              <a:t>Evaluación de Gestión, Hallazgos Y Controles.</a:t>
            </a:r>
            <a:br>
              <a:rPr lang="es-MX" cap="none" dirty="0" smtClean="0"/>
            </a:br>
            <a:r>
              <a:rPr lang="es-MX" cap="none" dirty="0"/>
              <a:t/>
            </a:r>
            <a:br>
              <a:rPr lang="es-MX" cap="none" dirty="0"/>
            </a:br>
            <a:r>
              <a:rPr lang="es-MX" cap="none" dirty="0" smtClean="0">
                <a:solidFill>
                  <a:srgbClr val="FF0000"/>
                </a:solidFill>
              </a:rPr>
              <a:t>Borrador al 16/04/2026.</a:t>
            </a:r>
            <a:endParaRPr lang="es-VE" cap="none" dirty="0">
              <a:solidFill>
                <a:srgbClr val="FF0000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2" y="2906713"/>
            <a:ext cx="14644687" cy="1500187"/>
          </a:xfrm>
        </p:spPr>
        <p:txBody>
          <a:bodyPr>
            <a:noAutofit/>
          </a:bodyPr>
          <a:lstStyle/>
          <a:p>
            <a:pPr>
              <a:lnSpc>
                <a:spcPct val="250000"/>
              </a:lnSpc>
            </a:pPr>
            <a:r>
              <a:rPr lang="es-MX" sz="5400" b="1" dirty="0">
                <a:solidFill>
                  <a:schemeClr val="tx1"/>
                </a:solidFill>
              </a:rPr>
              <a:t>Informe de Resultados de Asesoría en Seguros</a:t>
            </a:r>
            <a:endParaRPr lang="es-VE" sz="5400" b="1" dirty="0">
              <a:solidFill>
                <a:schemeClr val="tx1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513159"/>
            <a:ext cx="10058400" cy="2534841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6" name="CuadroTexto 5"/>
          <p:cNvSpPr txBox="1"/>
          <p:nvPr/>
        </p:nvSpPr>
        <p:spPr>
          <a:xfrm>
            <a:off x="7448014" y="8546068"/>
            <a:ext cx="1670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 smtClean="0">
                <a:solidFill>
                  <a:srgbClr val="FF0000"/>
                </a:solidFill>
              </a:rPr>
              <a:t>CONFIDENCIAL.</a:t>
            </a:r>
            <a:endParaRPr lang="es-VE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772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5600" y="152400"/>
            <a:ext cx="15392400" cy="685800"/>
          </a:xfrm>
        </p:spPr>
        <p:txBody>
          <a:bodyPr>
            <a:normAutofit fontScale="90000"/>
          </a:bodyPr>
          <a:lstStyle/>
          <a:p>
            <a:r>
              <a:rPr lang="es-MX" cap="none" dirty="0" smtClean="0"/>
              <a:t>Objetivo:</a:t>
            </a:r>
            <a:br>
              <a:rPr lang="es-MX" cap="none" dirty="0" smtClean="0"/>
            </a:br>
            <a:r>
              <a:rPr lang="es-MX" cap="none" dirty="0"/>
              <a:t/>
            </a:r>
            <a:br>
              <a:rPr lang="es-MX" cap="none" dirty="0"/>
            </a:br>
            <a:endParaRPr lang="es-VE" cap="none" dirty="0">
              <a:solidFill>
                <a:srgbClr val="FF0000"/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448014" y="8546068"/>
            <a:ext cx="1670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 smtClean="0">
                <a:solidFill>
                  <a:srgbClr val="FF0000"/>
                </a:solidFill>
              </a:rPr>
              <a:t>CONFIDENCIAL.</a:t>
            </a:r>
            <a:endParaRPr lang="es-VE" b="1" dirty="0">
              <a:solidFill>
                <a:srgbClr val="FF0000"/>
              </a:solidFill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355600" y="990600"/>
            <a:ext cx="15392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800" dirty="0" err="1"/>
              <a:t>Lorem</a:t>
            </a:r>
            <a:r>
              <a:rPr lang="es-MX" sz="2800" dirty="0"/>
              <a:t> </a:t>
            </a:r>
            <a:r>
              <a:rPr lang="es-MX" sz="2800" dirty="0" err="1"/>
              <a:t>ipsum</a:t>
            </a:r>
            <a:r>
              <a:rPr lang="es-MX" sz="2800" dirty="0"/>
              <a:t> dolor </a:t>
            </a:r>
            <a:r>
              <a:rPr lang="es-MX" sz="2800" dirty="0" err="1"/>
              <a:t>sit</a:t>
            </a:r>
            <a:r>
              <a:rPr lang="es-MX" sz="2800" dirty="0"/>
              <a:t> </a:t>
            </a:r>
            <a:r>
              <a:rPr lang="es-MX" sz="2800" dirty="0" err="1"/>
              <a:t>amet</a:t>
            </a:r>
            <a:r>
              <a:rPr lang="es-MX" sz="2800" dirty="0"/>
              <a:t>, </a:t>
            </a:r>
            <a:r>
              <a:rPr lang="es-MX" sz="2800" dirty="0" err="1"/>
              <a:t>consectetur</a:t>
            </a:r>
            <a:r>
              <a:rPr lang="es-MX" sz="2800" dirty="0"/>
              <a:t> </a:t>
            </a:r>
            <a:r>
              <a:rPr lang="es-MX" sz="2800" dirty="0" err="1"/>
              <a:t>adipiscing</a:t>
            </a:r>
            <a:r>
              <a:rPr lang="es-MX" sz="2800" dirty="0"/>
              <a:t> </a:t>
            </a:r>
            <a:r>
              <a:rPr lang="es-MX" sz="2800" dirty="0" err="1"/>
              <a:t>elit</a:t>
            </a:r>
            <a:r>
              <a:rPr lang="es-MX" sz="2800" dirty="0"/>
              <a:t>, sed do </a:t>
            </a:r>
            <a:r>
              <a:rPr lang="es-MX" sz="2800" dirty="0" err="1"/>
              <a:t>eiusmod</a:t>
            </a:r>
            <a:r>
              <a:rPr lang="es-MX" sz="2800" dirty="0"/>
              <a:t> </a:t>
            </a:r>
            <a:r>
              <a:rPr lang="es-MX" sz="2800" dirty="0" err="1"/>
              <a:t>tempor</a:t>
            </a:r>
            <a:r>
              <a:rPr lang="es-MX" sz="2800" dirty="0"/>
              <a:t> </a:t>
            </a:r>
            <a:r>
              <a:rPr lang="es-MX" sz="2800" dirty="0" err="1"/>
              <a:t>incididunt</a:t>
            </a:r>
            <a:r>
              <a:rPr lang="es-MX" sz="2800" dirty="0"/>
              <a:t> ut labore et </a:t>
            </a:r>
            <a:r>
              <a:rPr lang="es-MX" sz="2800" dirty="0" err="1"/>
              <a:t>dolore</a:t>
            </a:r>
            <a:r>
              <a:rPr lang="es-MX" sz="2800" dirty="0"/>
              <a:t> magna </a:t>
            </a:r>
            <a:r>
              <a:rPr lang="es-MX" sz="2800" dirty="0" err="1"/>
              <a:t>aliqua</a:t>
            </a:r>
            <a:r>
              <a:rPr lang="es-MX" sz="2800" dirty="0"/>
              <a:t>. Ut </a:t>
            </a:r>
            <a:r>
              <a:rPr lang="es-MX" sz="2800" dirty="0" err="1"/>
              <a:t>enim</a:t>
            </a:r>
            <a:r>
              <a:rPr lang="es-MX" sz="2800" dirty="0"/>
              <a:t> ad </a:t>
            </a:r>
            <a:r>
              <a:rPr lang="es-MX" sz="2800" dirty="0" err="1"/>
              <a:t>minim</a:t>
            </a:r>
            <a:r>
              <a:rPr lang="es-MX" sz="2800" dirty="0"/>
              <a:t> </a:t>
            </a:r>
            <a:r>
              <a:rPr lang="es-MX" sz="2800" dirty="0" err="1"/>
              <a:t>veniam</a:t>
            </a:r>
            <a:r>
              <a:rPr lang="es-MX" sz="2800" dirty="0"/>
              <a:t>, </a:t>
            </a:r>
            <a:r>
              <a:rPr lang="es-MX" sz="2800" dirty="0" err="1"/>
              <a:t>quis</a:t>
            </a:r>
            <a:r>
              <a:rPr lang="es-MX" sz="2800" dirty="0"/>
              <a:t> </a:t>
            </a:r>
            <a:r>
              <a:rPr lang="es-MX" sz="2800" dirty="0" err="1"/>
              <a:t>nostrud</a:t>
            </a:r>
            <a:r>
              <a:rPr lang="es-MX" sz="2800" dirty="0"/>
              <a:t> </a:t>
            </a:r>
            <a:r>
              <a:rPr lang="es-MX" sz="2800" dirty="0" err="1"/>
              <a:t>exercitation</a:t>
            </a:r>
            <a:r>
              <a:rPr lang="es-MX" sz="2800" dirty="0"/>
              <a:t> </a:t>
            </a:r>
            <a:r>
              <a:rPr lang="es-MX" sz="2800" dirty="0" err="1"/>
              <a:t>ullamco</a:t>
            </a:r>
            <a:r>
              <a:rPr lang="es-MX" sz="2800" dirty="0"/>
              <a:t> </a:t>
            </a:r>
            <a:r>
              <a:rPr lang="es-MX" sz="2800" dirty="0" err="1"/>
              <a:t>laboris</a:t>
            </a:r>
            <a:r>
              <a:rPr lang="es-MX" sz="2800" dirty="0"/>
              <a:t> </a:t>
            </a:r>
            <a:r>
              <a:rPr lang="es-MX" sz="2800" dirty="0" err="1"/>
              <a:t>nisi</a:t>
            </a:r>
            <a:r>
              <a:rPr lang="es-MX" sz="2800" dirty="0"/>
              <a:t> ut </a:t>
            </a:r>
            <a:r>
              <a:rPr lang="es-MX" sz="2800" dirty="0" err="1"/>
              <a:t>aliquip</a:t>
            </a:r>
            <a:r>
              <a:rPr lang="es-MX" sz="2800" dirty="0"/>
              <a:t> ex </a:t>
            </a:r>
            <a:r>
              <a:rPr lang="es-MX" sz="2800" dirty="0" err="1"/>
              <a:t>ea</a:t>
            </a:r>
            <a:r>
              <a:rPr lang="es-MX" sz="2800" dirty="0"/>
              <a:t> commodo </a:t>
            </a:r>
            <a:r>
              <a:rPr lang="es-MX" sz="2800" dirty="0" err="1"/>
              <a:t>consequat</a:t>
            </a:r>
            <a:r>
              <a:rPr lang="es-MX" sz="2800" dirty="0"/>
              <a:t>. </a:t>
            </a:r>
            <a:r>
              <a:rPr lang="es-MX" sz="2800" dirty="0" err="1"/>
              <a:t>Duis</a:t>
            </a:r>
            <a:r>
              <a:rPr lang="es-MX" sz="2800" dirty="0"/>
              <a:t> </a:t>
            </a:r>
            <a:r>
              <a:rPr lang="es-MX" sz="2800" dirty="0" err="1"/>
              <a:t>aute</a:t>
            </a:r>
            <a:r>
              <a:rPr lang="es-MX" sz="2800" dirty="0"/>
              <a:t> </a:t>
            </a:r>
            <a:r>
              <a:rPr lang="es-MX" sz="2800" dirty="0" err="1"/>
              <a:t>irure</a:t>
            </a:r>
            <a:r>
              <a:rPr lang="es-MX" sz="2800" dirty="0"/>
              <a:t> dolor in </a:t>
            </a:r>
            <a:r>
              <a:rPr lang="es-MX" sz="2800" dirty="0" err="1"/>
              <a:t>reprehenderit</a:t>
            </a:r>
            <a:r>
              <a:rPr lang="es-MX" sz="2800" dirty="0"/>
              <a:t> in </a:t>
            </a:r>
            <a:r>
              <a:rPr lang="es-MX" sz="2800" dirty="0" err="1"/>
              <a:t>voluptate</a:t>
            </a:r>
            <a:r>
              <a:rPr lang="es-MX" sz="2800" dirty="0"/>
              <a:t> </a:t>
            </a:r>
            <a:r>
              <a:rPr lang="es-MX" sz="2800" dirty="0" err="1"/>
              <a:t>velit</a:t>
            </a:r>
            <a:r>
              <a:rPr lang="es-MX" sz="2800" dirty="0"/>
              <a:t> </a:t>
            </a:r>
            <a:r>
              <a:rPr lang="es-MX" sz="2800" dirty="0" err="1"/>
              <a:t>esse</a:t>
            </a:r>
            <a:r>
              <a:rPr lang="es-MX" sz="2800" dirty="0"/>
              <a:t> </a:t>
            </a:r>
            <a:r>
              <a:rPr lang="es-MX" sz="2800" dirty="0" err="1"/>
              <a:t>cillum</a:t>
            </a:r>
            <a:r>
              <a:rPr lang="es-MX" sz="2800" dirty="0"/>
              <a:t> </a:t>
            </a:r>
            <a:r>
              <a:rPr lang="es-MX" sz="2800" dirty="0" err="1"/>
              <a:t>dolore</a:t>
            </a:r>
            <a:r>
              <a:rPr lang="es-MX" sz="2800" dirty="0"/>
              <a:t> </a:t>
            </a:r>
            <a:r>
              <a:rPr lang="es-MX" sz="2800" dirty="0" err="1"/>
              <a:t>eu</a:t>
            </a:r>
            <a:r>
              <a:rPr lang="es-MX" sz="2800" dirty="0"/>
              <a:t> </a:t>
            </a:r>
            <a:r>
              <a:rPr lang="es-MX" sz="2800" dirty="0" err="1"/>
              <a:t>fugiat</a:t>
            </a:r>
            <a:r>
              <a:rPr lang="es-MX" sz="2800" dirty="0"/>
              <a:t> </a:t>
            </a:r>
            <a:r>
              <a:rPr lang="es-MX" sz="2800" dirty="0" err="1"/>
              <a:t>nulla</a:t>
            </a:r>
            <a:r>
              <a:rPr lang="es-MX" sz="2800" dirty="0"/>
              <a:t> </a:t>
            </a:r>
            <a:r>
              <a:rPr lang="es-MX" sz="2800" dirty="0" err="1"/>
              <a:t>pariatur</a:t>
            </a:r>
            <a:r>
              <a:rPr lang="es-MX" sz="2800" dirty="0"/>
              <a:t>. </a:t>
            </a:r>
            <a:r>
              <a:rPr lang="es-MX" sz="2800" dirty="0" err="1"/>
              <a:t>Excepteur</a:t>
            </a:r>
            <a:r>
              <a:rPr lang="es-MX" sz="2800" dirty="0"/>
              <a:t> </a:t>
            </a:r>
            <a:r>
              <a:rPr lang="es-MX" sz="2800" dirty="0" err="1"/>
              <a:t>sint</a:t>
            </a:r>
            <a:r>
              <a:rPr lang="es-MX" sz="2800" dirty="0"/>
              <a:t> </a:t>
            </a:r>
            <a:r>
              <a:rPr lang="es-MX" sz="2800" dirty="0" err="1"/>
              <a:t>occaecat</a:t>
            </a:r>
            <a:r>
              <a:rPr lang="es-MX" sz="2800" dirty="0"/>
              <a:t> </a:t>
            </a:r>
            <a:r>
              <a:rPr lang="es-MX" sz="2800" dirty="0" err="1"/>
              <a:t>cupidatat</a:t>
            </a:r>
            <a:r>
              <a:rPr lang="es-MX" sz="2800" dirty="0"/>
              <a:t> non </a:t>
            </a:r>
            <a:r>
              <a:rPr lang="es-MX" sz="2800" dirty="0" err="1"/>
              <a:t>proident</a:t>
            </a:r>
            <a:r>
              <a:rPr lang="es-MX" sz="2800" dirty="0"/>
              <a:t>, </a:t>
            </a:r>
            <a:r>
              <a:rPr lang="es-MX" sz="2800" dirty="0" err="1"/>
              <a:t>sunt</a:t>
            </a:r>
            <a:r>
              <a:rPr lang="es-MX" sz="2800" dirty="0"/>
              <a:t> in culpa </a:t>
            </a:r>
            <a:r>
              <a:rPr lang="es-MX" sz="2800" dirty="0" err="1"/>
              <a:t>qui</a:t>
            </a:r>
            <a:r>
              <a:rPr lang="es-MX" sz="2800" dirty="0"/>
              <a:t> </a:t>
            </a:r>
            <a:r>
              <a:rPr lang="es-MX" sz="2800" dirty="0" err="1"/>
              <a:t>officia</a:t>
            </a:r>
            <a:r>
              <a:rPr lang="es-MX" sz="2800" dirty="0"/>
              <a:t> </a:t>
            </a:r>
            <a:r>
              <a:rPr lang="es-MX" sz="2800" dirty="0" err="1"/>
              <a:t>deserunt</a:t>
            </a:r>
            <a:r>
              <a:rPr lang="es-MX" sz="2800" dirty="0"/>
              <a:t> </a:t>
            </a:r>
            <a:r>
              <a:rPr lang="es-MX" sz="2800" dirty="0" err="1"/>
              <a:t>mollit</a:t>
            </a:r>
            <a:r>
              <a:rPr lang="es-MX" sz="2800" dirty="0"/>
              <a:t> </a:t>
            </a:r>
            <a:r>
              <a:rPr lang="es-MX" sz="2800" dirty="0" err="1"/>
              <a:t>anim</a:t>
            </a:r>
            <a:r>
              <a:rPr lang="es-MX" sz="2800" dirty="0"/>
              <a:t> id </a:t>
            </a:r>
            <a:r>
              <a:rPr lang="es-MX" sz="2800" dirty="0" err="1"/>
              <a:t>est</a:t>
            </a:r>
            <a:r>
              <a:rPr lang="es-MX" sz="2800" dirty="0"/>
              <a:t> </a:t>
            </a:r>
            <a:r>
              <a:rPr lang="es-MX" sz="2800" dirty="0" err="1"/>
              <a:t>laborum</a:t>
            </a:r>
            <a:r>
              <a:rPr lang="es-MX" sz="2800" dirty="0" smtClean="0"/>
              <a:t>.</a:t>
            </a:r>
            <a:endParaRPr lang="es-VE" sz="2800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431800" y="3352800"/>
            <a:ext cx="1539240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600" cap="none" dirty="0" smtClean="0"/>
              <a:t>Aspectos Generales, Reunión Inicial:</a:t>
            </a:r>
            <a:br>
              <a:rPr lang="es-MX" sz="3600" cap="none" dirty="0" smtClean="0"/>
            </a:br>
            <a:r>
              <a:rPr lang="es-MX" sz="3600" cap="none" dirty="0" smtClean="0"/>
              <a:t/>
            </a:r>
            <a:br>
              <a:rPr lang="es-MX" sz="3600" cap="none" dirty="0" smtClean="0"/>
            </a:br>
            <a:endParaRPr lang="es-VE" sz="3600" cap="none" dirty="0">
              <a:solidFill>
                <a:srgbClr val="FF0000"/>
              </a:solidFill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355600" y="4154031"/>
            <a:ext cx="15392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800" dirty="0" err="1"/>
              <a:t>Lorem</a:t>
            </a:r>
            <a:r>
              <a:rPr lang="es-MX" sz="2800" dirty="0"/>
              <a:t> </a:t>
            </a:r>
            <a:r>
              <a:rPr lang="es-MX" sz="2800" dirty="0" err="1"/>
              <a:t>ipsum</a:t>
            </a:r>
            <a:r>
              <a:rPr lang="es-MX" sz="2800" dirty="0"/>
              <a:t> dolor </a:t>
            </a:r>
            <a:r>
              <a:rPr lang="es-MX" sz="2800" dirty="0" err="1"/>
              <a:t>sit</a:t>
            </a:r>
            <a:r>
              <a:rPr lang="es-MX" sz="2800" dirty="0"/>
              <a:t> </a:t>
            </a:r>
            <a:r>
              <a:rPr lang="es-MX" sz="2800" dirty="0" err="1"/>
              <a:t>amet</a:t>
            </a:r>
            <a:r>
              <a:rPr lang="es-MX" sz="2800" dirty="0"/>
              <a:t>, </a:t>
            </a:r>
            <a:r>
              <a:rPr lang="es-MX" sz="2800" dirty="0" err="1"/>
              <a:t>consectetur</a:t>
            </a:r>
            <a:r>
              <a:rPr lang="es-MX" sz="2800" dirty="0"/>
              <a:t> </a:t>
            </a:r>
            <a:r>
              <a:rPr lang="es-MX" sz="2800" dirty="0" err="1"/>
              <a:t>adipiscing</a:t>
            </a:r>
            <a:r>
              <a:rPr lang="es-MX" sz="2800" dirty="0"/>
              <a:t> </a:t>
            </a:r>
            <a:r>
              <a:rPr lang="es-MX" sz="2800" dirty="0" err="1"/>
              <a:t>elit</a:t>
            </a:r>
            <a:r>
              <a:rPr lang="es-MX" sz="2800" dirty="0"/>
              <a:t>, sed do </a:t>
            </a:r>
            <a:r>
              <a:rPr lang="es-MX" sz="2800" dirty="0" err="1"/>
              <a:t>eiusmod</a:t>
            </a:r>
            <a:r>
              <a:rPr lang="es-MX" sz="2800" dirty="0"/>
              <a:t> </a:t>
            </a:r>
            <a:r>
              <a:rPr lang="es-MX" sz="2800" dirty="0" err="1"/>
              <a:t>tempor</a:t>
            </a:r>
            <a:r>
              <a:rPr lang="es-MX" sz="2800" dirty="0"/>
              <a:t> </a:t>
            </a:r>
            <a:r>
              <a:rPr lang="es-MX" sz="2800" dirty="0" err="1"/>
              <a:t>incididunt</a:t>
            </a:r>
            <a:r>
              <a:rPr lang="es-MX" sz="2800" dirty="0"/>
              <a:t> ut labore et </a:t>
            </a:r>
            <a:r>
              <a:rPr lang="es-MX" sz="2800" dirty="0" err="1"/>
              <a:t>dolore</a:t>
            </a:r>
            <a:r>
              <a:rPr lang="es-MX" sz="2800" dirty="0"/>
              <a:t> magna </a:t>
            </a:r>
            <a:r>
              <a:rPr lang="es-MX" sz="2800" dirty="0" err="1"/>
              <a:t>aliqua</a:t>
            </a:r>
            <a:r>
              <a:rPr lang="es-MX" sz="2800" dirty="0"/>
              <a:t>. Ut </a:t>
            </a:r>
            <a:r>
              <a:rPr lang="es-MX" sz="2800" dirty="0" err="1"/>
              <a:t>enim</a:t>
            </a:r>
            <a:r>
              <a:rPr lang="es-MX" sz="2800" dirty="0"/>
              <a:t> ad </a:t>
            </a:r>
            <a:r>
              <a:rPr lang="es-MX" sz="2800" dirty="0" err="1"/>
              <a:t>minim</a:t>
            </a:r>
            <a:r>
              <a:rPr lang="es-MX" sz="2800" dirty="0"/>
              <a:t> </a:t>
            </a:r>
            <a:r>
              <a:rPr lang="es-MX" sz="2800" dirty="0" err="1"/>
              <a:t>veniam</a:t>
            </a:r>
            <a:r>
              <a:rPr lang="es-MX" sz="2800" dirty="0"/>
              <a:t>, </a:t>
            </a:r>
            <a:r>
              <a:rPr lang="es-MX" sz="2800" dirty="0" err="1"/>
              <a:t>quis</a:t>
            </a:r>
            <a:r>
              <a:rPr lang="es-MX" sz="2800" dirty="0"/>
              <a:t> </a:t>
            </a:r>
            <a:r>
              <a:rPr lang="es-MX" sz="2800" dirty="0" err="1"/>
              <a:t>nostrud</a:t>
            </a:r>
            <a:r>
              <a:rPr lang="es-MX" sz="2800" dirty="0"/>
              <a:t> </a:t>
            </a:r>
            <a:r>
              <a:rPr lang="es-MX" sz="2800" dirty="0" err="1"/>
              <a:t>exercitation</a:t>
            </a:r>
            <a:r>
              <a:rPr lang="es-MX" sz="2800" dirty="0"/>
              <a:t> </a:t>
            </a:r>
            <a:r>
              <a:rPr lang="es-MX" sz="2800" dirty="0" err="1"/>
              <a:t>ullamco</a:t>
            </a:r>
            <a:r>
              <a:rPr lang="es-MX" sz="2800" dirty="0"/>
              <a:t> </a:t>
            </a:r>
            <a:r>
              <a:rPr lang="es-MX" sz="2800" dirty="0" err="1"/>
              <a:t>laboris</a:t>
            </a:r>
            <a:r>
              <a:rPr lang="es-MX" sz="2800" dirty="0"/>
              <a:t> </a:t>
            </a:r>
            <a:r>
              <a:rPr lang="es-MX" sz="2800" dirty="0" err="1"/>
              <a:t>nisi</a:t>
            </a:r>
            <a:r>
              <a:rPr lang="es-MX" sz="2800" dirty="0"/>
              <a:t> ut </a:t>
            </a:r>
            <a:r>
              <a:rPr lang="es-MX" sz="2800" dirty="0" err="1"/>
              <a:t>aliquip</a:t>
            </a:r>
            <a:r>
              <a:rPr lang="es-MX" sz="2800" dirty="0"/>
              <a:t> ex </a:t>
            </a:r>
            <a:r>
              <a:rPr lang="es-MX" sz="2800" dirty="0" err="1"/>
              <a:t>ea</a:t>
            </a:r>
            <a:r>
              <a:rPr lang="es-MX" sz="2800" dirty="0"/>
              <a:t> commodo </a:t>
            </a:r>
            <a:r>
              <a:rPr lang="es-MX" sz="2800" dirty="0" err="1"/>
              <a:t>consequat</a:t>
            </a:r>
            <a:r>
              <a:rPr lang="es-MX" sz="2800" dirty="0"/>
              <a:t>. </a:t>
            </a:r>
            <a:r>
              <a:rPr lang="es-MX" sz="2800" dirty="0" err="1"/>
              <a:t>Duis</a:t>
            </a:r>
            <a:r>
              <a:rPr lang="es-MX" sz="2800" dirty="0"/>
              <a:t> </a:t>
            </a:r>
            <a:r>
              <a:rPr lang="es-MX" sz="2800" dirty="0" err="1"/>
              <a:t>aute</a:t>
            </a:r>
            <a:r>
              <a:rPr lang="es-MX" sz="2800" dirty="0"/>
              <a:t> </a:t>
            </a:r>
            <a:r>
              <a:rPr lang="es-MX" sz="2800" dirty="0" err="1"/>
              <a:t>irure</a:t>
            </a:r>
            <a:r>
              <a:rPr lang="es-MX" sz="2800" dirty="0"/>
              <a:t> dolor in </a:t>
            </a:r>
            <a:r>
              <a:rPr lang="es-MX" sz="2800" dirty="0" err="1"/>
              <a:t>reprehenderit</a:t>
            </a:r>
            <a:r>
              <a:rPr lang="es-MX" sz="2800" dirty="0"/>
              <a:t> in </a:t>
            </a:r>
            <a:r>
              <a:rPr lang="es-MX" sz="2800" dirty="0" err="1"/>
              <a:t>voluptate</a:t>
            </a:r>
            <a:r>
              <a:rPr lang="es-MX" sz="2800" dirty="0"/>
              <a:t> </a:t>
            </a:r>
            <a:r>
              <a:rPr lang="es-MX" sz="2800" dirty="0" err="1"/>
              <a:t>velit</a:t>
            </a:r>
            <a:r>
              <a:rPr lang="es-MX" sz="2800" dirty="0"/>
              <a:t> </a:t>
            </a:r>
            <a:r>
              <a:rPr lang="es-MX" sz="2800" dirty="0" err="1"/>
              <a:t>esse</a:t>
            </a:r>
            <a:r>
              <a:rPr lang="es-MX" sz="2800" dirty="0"/>
              <a:t> </a:t>
            </a:r>
            <a:r>
              <a:rPr lang="es-MX" sz="2800" dirty="0" err="1"/>
              <a:t>cillum</a:t>
            </a:r>
            <a:r>
              <a:rPr lang="es-MX" sz="2800" dirty="0"/>
              <a:t> </a:t>
            </a:r>
            <a:r>
              <a:rPr lang="es-MX" sz="2800" dirty="0" err="1"/>
              <a:t>dolore</a:t>
            </a:r>
            <a:r>
              <a:rPr lang="es-MX" sz="2800" dirty="0"/>
              <a:t> </a:t>
            </a:r>
            <a:r>
              <a:rPr lang="es-MX" sz="2800" dirty="0" err="1"/>
              <a:t>eu</a:t>
            </a:r>
            <a:r>
              <a:rPr lang="es-MX" sz="2800" dirty="0"/>
              <a:t> </a:t>
            </a:r>
            <a:r>
              <a:rPr lang="es-MX" sz="2800" dirty="0" err="1"/>
              <a:t>fugiat</a:t>
            </a:r>
            <a:r>
              <a:rPr lang="es-MX" sz="2800" dirty="0"/>
              <a:t> </a:t>
            </a:r>
            <a:r>
              <a:rPr lang="es-MX" sz="2800" dirty="0" err="1"/>
              <a:t>nulla</a:t>
            </a:r>
            <a:r>
              <a:rPr lang="es-MX" sz="2800" dirty="0"/>
              <a:t> </a:t>
            </a:r>
            <a:r>
              <a:rPr lang="es-MX" sz="2800" dirty="0" err="1"/>
              <a:t>pariatur</a:t>
            </a:r>
            <a:r>
              <a:rPr lang="es-MX" sz="2800" dirty="0"/>
              <a:t>. </a:t>
            </a:r>
            <a:r>
              <a:rPr lang="es-MX" sz="2800" dirty="0" err="1"/>
              <a:t>Excepteur</a:t>
            </a:r>
            <a:r>
              <a:rPr lang="es-MX" sz="2800" dirty="0"/>
              <a:t> </a:t>
            </a:r>
            <a:r>
              <a:rPr lang="es-MX" sz="2800" dirty="0" err="1"/>
              <a:t>sint</a:t>
            </a:r>
            <a:r>
              <a:rPr lang="es-MX" sz="2800" dirty="0"/>
              <a:t> </a:t>
            </a:r>
            <a:r>
              <a:rPr lang="es-MX" sz="2800" dirty="0" err="1"/>
              <a:t>occaecat</a:t>
            </a:r>
            <a:r>
              <a:rPr lang="es-MX" sz="2800" dirty="0"/>
              <a:t> </a:t>
            </a:r>
            <a:r>
              <a:rPr lang="es-MX" sz="2800" dirty="0" err="1"/>
              <a:t>cupidatat</a:t>
            </a:r>
            <a:r>
              <a:rPr lang="es-MX" sz="2800" dirty="0"/>
              <a:t> non </a:t>
            </a:r>
            <a:r>
              <a:rPr lang="es-MX" sz="2800" dirty="0" err="1"/>
              <a:t>proident</a:t>
            </a:r>
            <a:r>
              <a:rPr lang="es-MX" sz="2800" dirty="0"/>
              <a:t>, </a:t>
            </a:r>
            <a:r>
              <a:rPr lang="es-MX" sz="2800" dirty="0" err="1"/>
              <a:t>sunt</a:t>
            </a:r>
            <a:r>
              <a:rPr lang="es-MX" sz="2800" dirty="0"/>
              <a:t> in culpa </a:t>
            </a:r>
            <a:r>
              <a:rPr lang="es-MX" sz="2800" dirty="0" err="1"/>
              <a:t>qui</a:t>
            </a:r>
            <a:r>
              <a:rPr lang="es-MX" sz="2800" dirty="0"/>
              <a:t> </a:t>
            </a:r>
            <a:r>
              <a:rPr lang="es-MX" sz="2800" dirty="0" err="1"/>
              <a:t>officia</a:t>
            </a:r>
            <a:r>
              <a:rPr lang="es-MX" sz="2800" dirty="0"/>
              <a:t> </a:t>
            </a:r>
            <a:r>
              <a:rPr lang="es-MX" sz="2800" dirty="0" err="1"/>
              <a:t>deserunt</a:t>
            </a:r>
            <a:r>
              <a:rPr lang="es-MX" sz="2800" dirty="0"/>
              <a:t> </a:t>
            </a:r>
            <a:r>
              <a:rPr lang="es-MX" sz="2800" dirty="0" err="1"/>
              <a:t>mollit</a:t>
            </a:r>
            <a:r>
              <a:rPr lang="es-MX" sz="2800" dirty="0"/>
              <a:t> </a:t>
            </a:r>
            <a:r>
              <a:rPr lang="es-MX" sz="2800" dirty="0" err="1"/>
              <a:t>anim</a:t>
            </a:r>
            <a:r>
              <a:rPr lang="es-MX" sz="2800" dirty="0"/>
              <a:t> id </a:t>
            </a:r>
            <a:r>
              <a:rPr lang="es-MX" sz="2800" dirty="0" err="1"/>
              <a:t>est</a:t>
            </a:r>
            <a:r>
              <a:rPr lang="es-MX" sz="2800" dirty="0"/>
              <a:t> </a:t>
            </a:r>
            <a:r>
              <a:rPr lang="es-MX" sz="2800" dirty="0" err="1"/>
              <a:t>laborum</a:t>
            </a:r>
            <a:r>
              <a:rPr lang="es-MX" sz="2800" dirty="0" smtClean="0"/>
              <a:t>.</a:t>
            </a:r>
            <a:endParaRPr lang="es-VE" sz="2800" dirty="0"/>
          </a:p>
        </p:txBody>
      </p:sp>
    </p:spTree>
    <p:extLst>
      <p:ext uri="{BB962C8B-B14F-4D97-AF65-F5344CB8AC3E}">
        <p14:creationId xmlns:p14="http://schemas.microsoft.com/office/powerpoint/2010/main" val="1105454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059740"/>
              </p:ext>
            </p:extLst>
          </p:nvPr>
        </p:nvGraphicFramePr>
        <p:xfrm>
          <a:off x="76200" y="1059300"/>
          <a:ext cx="16052800" cy="290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3">
                  <a:extLst>
                    <a:ext uri="{9D8B030D-6E8A-4147-A177-3AD203B41FA5}">
                      <a16:colId xmlns:a16="http://schemas.microsoft.com/office/drawing/2014/main" val="4115577116"/>
                    </a:ext>
                  </a:extLst>
                </a:gridCol>
                <a:gridCol w="11048998">
                  <a:extLst>
                    <a:ext uri="{9D8B030D-6E8A-4147-A177-3AD203B41FA5}">
                      <a16:colId xmlns:a16="http://schemas.microsoft.com/office/drawing/2014/main" val="2633905336"/>
                    </a:ext>
                  </a:extLst>
                </a:gridCol>
                <a:gridCol w="2336799">
                  <a:extLst>
                    <a:ext uri="{9D8B030D-6E8A-4147-A177-3AD203B41FA5}">
                      <a16:colId xmlns:a16="http://schemas.microsoft.com/office/drawing/2014/main" val="2585242921"/>
                    </a:ext>
                  </a:extLst>
                </a:gridCol>
              </a:tblGrid>
              <a:tr h="327779">
                <a:tc>
                  <a:txBody>
                    <a:bodyPr/>
                    <a:lstStyle/>
                    <a:p>
                      <a:pPr algn="ctr" fontAlgn="t"/>
                      <a:r>
                        <a:rPr lang="es-VE" dirty="0">
                          <a:effectLst/>
                        </a:rPr>
                        <a:t>Mesa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VE" dirty="0">
                          <a:effectLst/>
                        </a:rPr>
                        <a:t>Hallazgo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VE" dirty="0" smtClean="0">
                          <a:effectLst/>
                        </a:rPr>
                        <a:t>Riesgo</a:t>
                      </a:r>
                    </a:p>
                    <a:p>
                      <a:pPr algn="ctr" fontAlgn="t"/>
                      <a:r>
                        <a:rPr lang="es-VE" dirty="0" smtClean="0">
                          <a:effectLst/>
                        </a:rPr>
                        <a:t>(</a:t>
                      </a:r>
                      <a:r>
                        <a:rPr lang="es-VE" dirty="0">
                          <a:effectLst/>
                        </a:rPr>
                        <a:t>Alto, Medio, Bajo)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9200353"/>
                  </a:ext>
                </a:extLst>
              </a:tr>
              <a:tr h="565755">
                <a:tc>
                  <a:txBody>
                    <a:bodyPr/>
                    <a:lstStyle/>
                    <a:p>
                      <a:pPr algn="ctr" fontAlgn="t"/>
                      <a:r>
                        <a:rPr lang="es-VE" dirty="0">
                          <a:effectLst/>
                        </a:rPr>
                        <a:t>[Nombre de la Mesa]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dirty="0">
                          <a:effectLst/>
                        </a:rPr>
                        <a:t>[Descripción detallada del hallazgo detectado]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VE" dirty="0" smtClean="0">
                          <a:effectLst/>
                        </a:rPr>
                        <a:t>Bajo </a:t>
                      </a:r>
                      <a:r>
                        <a:rPr lang="es-VE" sz="2000" b="1" dirty="0" smtClean="0">
                          <a:solidFill>
                            <a:srgbClr val="FFFF00"/>
                          </a:solidFill>
                          <a:effectLst/>
                        </a:rPr>
                        <a:t>↓</a:t>
                      </a:r>
                      <a:endParaRPr lang="es-VE" sz="2000" b="1" dirty="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055948"/>
                  </a:ext>
                </a:extLst>
              </a:tr>
              <a:tr h="565755">
                <a:tc>
                  <a:txBody>
                    <a:bodyPr/>
                    <a:lstStyle/>
                    <a:p>
                      <a:pPr algn="ctr" fontAlgn="t"/>
                      <a:r>
                        <a:rPr lang="es-VE" dirty="0">
                          <a:effectLst/>
                        </a:rPr>
                        <a:t>[Nombre de la Mesa]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dirty="0">
                          <a:effectLst/>
                        </a:rPr>
                        <a:t>[Descripción detallada del hallazgo detectado]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VE" dirty="0" smtClean="0">
                          <a:effectLst/>
                        </a:rPr>
                        <a:t>Medio </a:t>
                      </a:r>
                      <a:r>
                        <a:rPr lang="es-VE" sz="2000" b="1" dirty="0" smtClean="0">
                          <a:solidFill>
                            <a:srgbClr val="00B050"/>
                          </a:solidFill>
                          <a:effectLst/>
                        </a:rPr>
                        <a:t>↔</a:t>
                      </a:r>
                      <a:endParaRPr lang="es-VE" sz="2000" b="1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383968"/>
                  </a:ext>
                </a:extLst>
              </a:tr>
              <a:tr h="565755">
                <a:tc>
                  <a:txBody>
                    <a:bodyPr/>
                    <a:lstStyle/>
                    <a:p>
                      <a:pPr algn="ctr" fontAlgn="t"/>
                      <a:r>
                        <a:rPr lang="es-VE" dirty="0" smtClean="0">
                          <a:effectLst/>
                        </a:rPr>
                        <a:t>[Nombre de la Mesa]</a:t>
                      </a:r>
                      <a:endParaRPr lang="es-VE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>
                          <a:effectLst/>
                        </a:rPr>
                        <a:t>[Descripción detallada del hallazgo detectado]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VE" dirty="0" smtClean="0">
                          <a:effectLst/>
                        </a:rPr>
                        <a:t>Alto </a:t>
                      </a:r>
                      <a:r>
                        <a:rPr lang="es-VE" sz="2000" b="1" dirty="0" smtClean="0">
                          <a:solidFill>
                            <a:srgbClr val="FF0000"/>
                          </a:solidFill>
                          <a:effectLst/>
                        </a:rPr>
                        <a:t>↑</a:t>
                      </a:r>
                      <a:endParaRPr lang="es-VE" sz="20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04684"/>
                  </a:ext>
                </a:extLst>
              </a:tr>
              <a:tr h="565755">
                <a:tc>
                  <a:txBody>
                    <a:bodyPr/>
                    <a:lstStyle/>
                    <a:p>
                      <a:pPr algn="ctr" fontAlgn="t"/>
                      <a:r>
                        <a:rPr lang="es-VE" dirty="0">
                          <a:effectLst/>
                        </a:rPr>
                        <a:t>[Nombre de la Mesa]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dirty="0">
                          <a:effectLst/>
                        </a:rPr>
                        <a:t>[Descripción detallada del hallazgo detectado]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VE" dirty="0">
                          <a:effectLst/>
                        </a:rPr>
                        <a:t>[Nivel de Riesgo]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589208"/>
                  </a:ext>
                </a:extLst>
              </a:tr>
            </a:tbl>
          </a:graphicData>
        </a:graphic>
      </p:graphicFrame>
      <p:sp>
        <p:nvSpPr>
          <p:cNvPr id="13" name="Título 1"/>
          <p:cNvSpPr txBox="1">
            <a:spLocks/>
          </p:cNvSpPr>
          <p:nvPr/>
        </p:nvSpPr>
        <p:spPr>
          <a:xfrm>
            <a:off x="355600" y="152400"/>
            <a:ext cx="15392400" cy="6858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MX" sz="3600" b="1" dirty="0" smtClean="0"/>
              <a:t>Hallazgos:</a:t>
            </a:r>
            <a:br>
              <a:rPr lang="es-MX" sz="3600" b="1" dirty="0" smtClean="0"/>
            </a:br>
            <a:r>
              <a:rPr lang="es-MX" sz="3600" b="1" dirty="0" smtClean="0"/>
              <a:t/>
            </a:r>
            <a:br>
              <a:rPr lang="es-MX" sz="3600" b="1" dirty="0" smtClean="0"/>
            </a:br>
            <a:endParaRPr lang="es-VE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811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5600" y="152400"/>
            <a:ext cx="15392400" cy="685800"/>
          </a:xfrm>
        </p:spPr>
        <p:txBody>
          <a:bodyPr>
            <a:normAutofit fontScale="90000"/>
          </a:bodyPr>
          <a:lstStyle/>
          <a:p>
            <a:r>
              <a:rPr lang="es-MX" cap="none" dirty="0" smtClean="0"/>
              <a:t>Acciones (Próxima Semana):</a:t>
            </a:r>
            <a:br>
              <a:rPr lang="es-MX" cap="none" dirty="0" smtClean="0"/>
            </a:br>
            <a:r>
              <a:rPr lang="es-MX" cap="none" dirty="0"/>
              <a:t/>
            </a:r>
            <a:br>
              <a:rPr lang="es-MX" cap="none" dirty="0"/>
            </a:br>
            <a:endParaRPr lang="es-VE" cap="none" dirty="0">
              <a:solidFill>
                <a:srgbClr val="FF0000"/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448014" y="8546068"/>
            <a:ext cx="1670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 smtClean="0">
                <a:solidFill>
                  <a:srgbClr val="FF0000"/>
                </a:solidFill>
              </a:rPr>
              <a:t>CONFIDENCIAL.</a:t>
            </a:r>
            <a:endParaRPr lang="es-VE" b="1" dirty="0">
              <a:solidFill>
                <a:srgbClr val="FF0000"/>
              </a:solidFill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355600" y="990600"/>
            <a:ext cx="15392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sz="2800" dirty="0" err="1"/>
              <a:t>Lorem</a:t>
            </a:r>
            <a:r>
              <a:rPr lang="es-MX" sz="2800" dirty="0"/>
              <a:t> </a:t>
            </a:r>
            <a:r>
              <a:rPr lang="es-MX" sz="2800" dirty="0" err="1"/>
              <a:t>ipsum</a:t>
            </a:r>
            <a:r>
              <a:rPr lang="es-MX" sz="2800" dirty="0"/>
              <a:t> dolor </a:t>
            </a:r>
            <a:r>
              <a:rPr lang="es-MX" sz="2800" dirty="0" err="1"/>
              <a:t>sit</a:t>
            </a:r>
            <a:r>
              <a:rPr lang="es-MX" sz="2800" dirty="0"/>
              <a:t> </a:t>
            </a:r>
            <a:r>
              <a:rPr lang="es-MX" sz="2800" dirty="0" err="1"/>
              <a:t>amet</a:t>
            </a:r>
            <a:r>
              <a:rPr lang="es-MX" sz="2800" dirty="0"/>
              <a:t>, </a:t>
            </a:r>
            <a:r>
              <a:rPr lang="es-MX" sz="2800" dirty="0" err="1"/>
              <a:t>consectetur</a:t>
            </a:r>
            <a:r>
              <a:rPr lang="es-MX" sz="2800" dirty="0"/>
              <a:t> </a:t>
            </a:r>
            <a:r>
              <a:rPr lang="es-MX" sz="2800" dirty="0" err="1"/>
              <a:t>adipiscing</a:t>
            </a:r>
            <a:r>
              <a:rPr lang="es-MX" sz="2800" dirty="0"/>
              <a:t> </a:t>
            </a:r>
            <a:r>
              <a:rPr lang="es-MX" sz="2800" dirty="0" err="1"/>
              <a:t>elit</a:t>
            </a:r>
            <a:r>
              <a:rPr lang="es-MX" sz="2800" dirty="0"/>
              <a:t>, sed do </a:t>
            </a:r>
            <a:r>
              <a:rPr lang="es-MX" sz="2800" dirty="0" err="1"/>
              <a:t>eiusmod</a:t>
            </a:r>
            <a:r>
              <a:rPr lang="es-MX" sz="2800" dirty="0"/>
              <a:t> </a:t>
            </a:r>
            <a:r>
              <a:rPr lang="es-MX" sz="2800" dirty="0" err="1"/>
              <a:t>tempor</a:t>
            </a:r>
            <a:r>
              <a:rPr lang="es-MX" sz="2800" dirty="0"/>
              <a:t> </a:t>
            </a:r>
            <a:r>
              <a:rPr lang="es-MX" sz="2800" dirty="0" err="1"/>
              <a:t>incididunt</a:t>
            </a:r>
            <a:r>
              <a:rPr lang="es-MX" sz="2800" dirty="0"/>
              <a:t> ut labore et </a:t>
            </a:r>
            <a:r>
              <a:rPr lang="es-MX" sz="2800" dirty="0" err="1"/>
              <a:t>dolore</a:t>
            </a:r>
            <a:r>
              <a:rPr lang="es-MX" sz="2800" dirty="0"/>
              <a:t> magna </a:t>
            </a:r>
            <a:r>
              <a:rPr lang="es-MX" sz="2800" dirty="0" err="1"/>
              <a:t>aliqua</a:t>
            </a:r>
            <a:r>
              <a:rPr lang="es-MX" sz="2800" dirty="0"/>
              <a:t>. </a:t>
            </a:r>
            <a:endParaRPr lang="es-MX" sz="28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s-MX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sz="2800" dirty="0" smtClean="0"/>
              <a:t>Ut </a:t>
            </a:r>
            <a:r>
              <a:rPr lang="es-MX" sz="2800" dirty="0" err="1"/>
              <a:t>enim</a:t>
            </a:r>
            <a:r>
              <a:rPr lang="es-MX" sz="2800" dirty="0"/>
              <a:t> ad </a:t>
            </a:r>
            <a:r>
              <a:rPr lang="es-MX" sz="2800" dirty="0" err="1"/>
              <a:t>minim</a:t>
            </a:r>
            <a:r>
              <a:rPr lang="es-MX" sz="2800" dirty="0"/>
              <a:t> </a:t>
            </a:r>
            <a:r>
              <a:rPr lang="es-MX" sz="2800" dirty="0" err="1"/>
              <a:t>veniam</a:t>
            </a:r>
            <a:r>
              <a:rPr lang="es-MX" sz="2800" dirty="0"/>
              <a:t>, </a:t>
            </a:r>
            <a:r>
              <a:rPr lang="es-MX" sz="2800" dirty="0" err="1"/>
              <a:t>quis</a:t>
            </a:r>
            <a:r>
              <a:rPr lang="es-MX" sz="2800" dirty="0"/>
              <a:t> </a:t>
            </a:r>
            <a:r>
              <a:rPr lang="es-MX" sz="2800" dirty="0" err="1"/>
              <a:t>nostrud</a:t>
            </a:r>
            <a:r>
              <a:rPr lang="es-MX" sz="2800" dirty="0"/>
              <a:t> </a:t>
            </a:r>
            <a:r>
              <a:rPr lang="es-MX" sz="2800" dirty="0" err="1"/>
              <a:t>exercitation</a:t>
            </a:r>
            <a:r>
              <a:rPr lang="es-MX" sz="2800" dirty="0"/>
              <a:t> </a:t>
            </a:r>
            <a:r>
              <a:rPr lang="es-MX" sz="2800" dirty="0" err="1"/>
              <a:t>ullamco</a:t>
            </a:r>
            <a:r>
              <a:rPr lang="es-MX" sz="2800" dirty="0"/>
              <a:t> </a:t>
            </a:r>
            <a:r>
              <a:rPr lang="es-MX" sz="2800" dirty="0" err="1"/>
              <a:t>laboris</a:t>
            </a:r>
            <a:r>
              <a:rPr lang="es-MX" sz="2800" dirty="0"/>
              <a:t> </a:t>
            </a:r>
            <a:r>
              <a:rPr lang="es-MX" sz="2800" dirty="0" err="1"/>
              <a:t>nisi</a:t>
            </a:r>
            <a:r>
              <a:rPr lang="es-MX" sz="2800" dirty="0"/>
              <a:t> ut </a:t>
            </a:r>
            <a:r>
              <a:rPr lang="es-MX" sz="2800" dirty="0" err="1"/>
              <a:t>aliquip</a:t>
            </a:r>
            <a:r>
              <a:rPr lang="es-MX" sz="2800" dirty="0"/>
              <a:t> ex </a:t>
            </a:r>
            <a:r>
              <a:rPr lang="es-MX" sz="2800" dirty="0" err="1"/>
              <a:t>ea</a:t>
            </a:r>
            <a:r>
              <a:rPr lang="es-MX" sz="2800" dirty="0"/>
              <a:t> commodo </a:t>
            </a:r>
            <a:r>
              <a:rPr lang="es-MX" sz="2800" dirty="0" err="1"/>
              <a:t>consequat</a:t>
            </a:r>
            <a:r>
              <a:rPr lang="es-MX" sz="2800" dirty="0"/>
              <a:t>. </a:t>
            </a:r>
            <a:r>
              <a:rPr lang="es-MX" sz="2800" dirty="0" err="1"/>
              <a:t>Duis</a:t>
            </a:r>
            <a:r>
              <a:rPr lang="es-MX" sz="2800" dirty="0"/>
              <a:t> </a:t>
            </a:r>
            <a:r>
              <a:rPr lang="es-MX" sz="2800" dirty="0" err="1"/>
              <a:t>aute</a:t>
            </a:r>
            <a:r>
              <a:rPr lang="es-MX" sz="2800" dirty="0"/>
              <a:t> </a:t>
            </a:r>
            <a:r>
              <a:rPr lang="es-MX" sz="2800" dirty="0" err="1"/>
              <a:t>irure</a:t>
            </a:r>
            <a:r>
              <a:rPr lang="es-MX" sz="2800" dirty="0"/>
              <a:t> dolor in </a:t>
            </a:r>
            <a:r>
              <a:rPr lang="es-MX" sz="2800" dirty="0" err="1"/>
              <a:t>reprehenderit</a:t>
            </a:r>
            <a:r>
              <a:rPr lang="es-MX" sz="2800" dirty="0"/>
              <a:t> in </a:t>
            </a:r>
            <a:r>
              <a:rPr lang="es-MX" sz="2800" dirty="0" err="1"/>
              <a:t>voluptate</a:t>
            </a:r>
            <a:r>
              <a:rPr lang="es-MX" sz="2800" dirty="0"/>
              <a:t> </a:t>
            </a:r>
            <a:r>
              <a:rPr lang="es-MX" sz="2800" dirty="0" err="1"/>
              <a:t>velit</a:t>
            </a:r>
            <a:r>
              <a:rPr lang="es-MX" sz="2800" dirty="0"/>
              <a:t> </a:t>
            </a:r>
            <a:r>
              <a:rPr lang="es-MX" sz="2800" dirty="0" err="1"/>
              <a:t>esse</a:t>
            </a:r>
            <a:r>
              <a:rPr lang="es-MX" sz="2800" dirty="0"/>
              <a:t> </a:t>
            </a:r>
            <a:r>
              <a:rPr lang="es-MX" sz="2800" dirty="0" err="1"/>
              <a:t>cillum</a:t>
            </a:r>
            <a:r>
              <a:rPr lang="es-MX" sz="2800" dirty="0"/>
              <a:t> </a:t>
            </a:r>
            <a:r>
              <a:rPr lang="es-MX" sz="2800" dirty="0" err="1"/>
              <a:t>dolore</a:t>
            </a:r>
            <a:r>
              <a:rPr lang="es-MX" sz="2800" dirty="0"/>
              <a:t> </a:t>
            </a:r>
            <a:r>
              <a:rPr lang="es-MX" sz="2800" dirty="0" err="1"/>
              <a:t>eu</a:t>
            </a:r>
            <a:r>
              <a:rPr lang="es-MX" sz="2800" dirty="0"/>
              <a:t> </a:t>
            </a:r>
            <a:r>
              <a:rPr lang="es-MX" sz="2800" dirty="0" err="1"/>
              <a:t>fugiat</a:t>
            </a:r>
            <a:r>
              <a:rPr lang="es-MX" sz="2800" dirty="0"/>
              <a:t> </a:t>
            </a:r>
            <a:r>
              <a:rPr lang="es-MX" sz="2800" dirty="0" err="1"/>
              <a:t>nulla</a:t>
            </a:r>
            <a:r>
              <a:rPr lang="es-MX" sz="2800" dirty="0"/>
              <a:t> </a:t>
            </a:r>
            <a:r>
              <a:rPr lang="es-MX" sz="2800" dirty="0" err="1"/>
              <a:t>pariatur</a:t>
            </a:r>
            <a:r>
              <a:rPr lang="es-MX" sz="2800" dirty="0"/>
              <a:t>. </a:t>
            </a:r>
            <a:endParaRPr lang="es-MX" sz="28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s-MX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sz="2800" dirty="0" err="1" smtClean="0"/>
              <a:t>Excepteur</a:t>
            </a:r>
            <a:r>
              <a:rPr lang="es-MX" sz="2800" dirty="0" smtClean="0"/>
              <a:t> </a:t>
            </a:r>
            <a:r>
              <a:rPr lang="es-MX" sz="2800" dirty="0" err="1"/>
              <a:t>sint</a:t>
            </a:r>
            <a:r>
              <a:rPr lang="es-MX" sz="2800" dirty="0"/>
              <a:t> </a:t>
            </a:r>
            <a:r>
              <a:rPr lang="es-MX" sz="2800" dirty="0" err="1"/>
              <a:t>occaecat</a:t>
            </a:r>
            <a:r>
              <a:rPr lang="es-MX" sz="2800" dirty="0"/>
              <a:t> </a:t>
            </a:r>
            <a:r>
              <a:rPr lang="es-MX" sz="2800" dirty="0" err="1"/>
              <a:t>cupidatat</a:t>
            </a:r>
            <a:r>
              <a:rPr lang="es-MX" sz="2800" dirty="0"/>
              <a:t> non </a:t>
            </a:r>
            <a:r>
              <a:rPr lang="es-MX" sz="2800" dirty="0" err="1"/>
              <a:t>proident</a:t>
            </a:r>
            <a:r>
              <a:rPr lang="es-MX" sz="2800" dirty="0"/>
              <a:t>, </a:t>
            </a:r>
            <a:r>
              <a:rPr lang="es-MX" sz="2800" dirty="0" err="1"/>
              <a:t>sunt</a:t>
            </a:r>
            <a:r>
              <a:rPr lang="es-MX" sz="2800" dirty="0"/>
              <a:t> in culpa </a:t>
            </a:r>
            <a:r>
              <a:rPr lang="es-MX" sz="2800" dirty="0" err="1"/>
              <a:t>qui</a:t>
            </a:r>
            <a:r>
              <a:rPr lang="es-MX" sz="2800" dirty="0"/>
              <a:t> </a:t>
            </a:r>
            <a:r>
              <a:rPr lang="es-MX" sz="2800" dirty="0" err="1"/>
              <a:t>officia</a:t>
            </a:r>
            <a:r>
              <a:rPr lang="es-MX" sz="2800" dirty="0"/>
              <a:t> </a:t>
            </a:r>
            <a:r>
              <a:rPr lang="es-MX" sz="2800" dirty="0" err="1"/>
              <a:t>deserunt</a:t>
            </a:r>
            <a:r>
              <a:rPr lang="es-MX" sz="2800" dirty="0"/>
              <a:t> </a:t>
            </a:r>
            <a:r>
              <a:rPr lang="es-MX" sz="2800" dirty="0" err="1"/>
              <a:t>mollit</a:t>
            </a:r>
            <a:r>
              <a:rPr lang="es-MX" sz="2800" dirty="0"/>
              <a:t> </a:t>
            </a:r>
            <a:r>
              <a:rPr lang="es-MX" sz="2800" dirty="0" err="1"/>
              <a:t>anim</a:t>
            </a:r>
            <a:r>
              <a:rPr lang="es-MX" sz="2800" dirty="0"/>
              <a:t> id </a:t>
            </a:r>
            <a:r>
              <a:rPr lang="es-MX" sz="2800" dirty="0" err="1"/>
              <a:t>est</a:t>
            </a:r>
            <a:r>
              <a:rPr lang="es-MX" sz="2800" dirty="0"/>
              <a:t> </a:t>
            </a:r>
            <a:r>
              <a:rPr lang="es-MX" sz="2800" dirty="0" err="1"/>
              <a:t>laborum</a:t>
            </a:r>
            <a:r>
              <a:rPr lang="es-MX" sz="2800" dirty="0" smtClean="0"/>
              <a:t>.</a:t>
            </a:r>
            <a:endParaRPr lang="es-VE" sz="2800" dirty="0"/>
          </a:p>
        </p:txBody>
      </p:sp>
    </p:spTree>
    <p:extLst>
      <p:ext uri="{BB962C8B-B14F-4D97-AF65-F5344CB8AC3E}">
        <p14:creationId xmlns:p14="http://schemas.microsoft.com/office/powerpoint/2010/main" val="238955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340</Words>
  <Application>Microsoft Office PowerPoint</Application>
  <PresentationFormat>Personalizado</PresentationFormat>
  <Paragraphs>32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Evaluación de Gestión, Hallazgos Y Controles.  Borrador al 16/04/2026.</vt:lpstr>
      <vt:lpstr>Objetivo:  </vt:lpstr>
      <vt:lpstr>Presentación de PowerPoint</vt:lpstr>
      <vt:lpstr>Acciones (Próxima Semana):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USER</cp:lastModifiedBy>
  <cp:revision>8</cp:revision>
  <dcterms:created xsi:type="dcterms:W3CDTF">2006-08-16T00:00:00Z</dcterms:created>
  <dcterms:modified xsi:type="dcterms:W3CDTF">2026-04-15T16:46:45Z</dcterms:modified>
</cp:coreProperties>
</file>